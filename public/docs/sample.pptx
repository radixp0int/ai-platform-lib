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</c:v>
                </c:pt>
              </c:strCache>
            </c:strRef>
          </c:tx>
          <c:spPr>
            <a:solidFill>
              <a:srgbClr val="2F6F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3.9</c:v>
                </c:pt>
                <c:pt idx="1">
                  <c:v>4.2</c:v>
                </c:pt>
                <c:pt idx="2">
                  <c:v>4.5</c:v>
                </c:pt>
                <c:pt idx="3">
                  <c:v>4.8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Reserve</c:v>
                </c:pt>
              </c:strCache>
            </c:strRef>
          </c:tx>
          <c:spPr>
            <a:solidFill>
              <a:srgbClr val="9DB9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1.8</c:v>
                </c:pt>
                <c:pt idx="1">
                  <c:v>2.1</c:v>
                </c:pt>
                <c:pt idx="2">
                  <c:v>2</c:v>
                </c:pt>
                <c:pt idx="3">
                  <c:v>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presentation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placeholder for the document preview.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public/docs/sample.pptx with a real file.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preview draws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keep their own size and are fitted to the panel’s width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scales every slide; past 100% the deck scrolls sideways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slides near the view are mounted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shapes, tables, pictures and charts are drawn as HTML and SVG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table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200400"/>
                <a:gridCol w="32004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days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days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 days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chart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63040"/>
          <a:ext cx="108813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377440"/>
            <a:ext cx="2926080" cy="1463040"/>
          </a:xfrm>
          <a:prstGeom prst="roundRect">
            <a:avLst>
              <a:gd name="adj" fmla="val 9375"/>
            </a:avLst>
          </a:prstGeom>
          <a:solidFill>
            <a:srgbClr val="EEF3FE"/>
          </a:solidFill>
          <a:ln w="19050">
            <a:solidFill>
              <a:srgbClr val="2F6F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774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86200" y="2880360"/>
            <a:ext cx="548640" cy="457200"/>
          </a:xfrm>
          <a:prstGeom prst="rightArrow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2377440"/>
            <a:ext cx="2926080" cy="1463040"/>
          </a:xfrm>
          <a:prstGeom prst="roundRect">
            <a:avLst>
              <a:gd name="adj" fmla="val 9375"/>
            </a:avLst>
          </a:prstGeom>
          <a:solidFill>
            <a:srgbClr val="EEF3FE"/>
          </a:solidFill>
          <a:ln w="1905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23774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635240" y="2880360"/>
            <a:ext cx="548640" cy="457200"/>
          </a:xfrm>
          <a:prstGeom prst="rightArrow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2377440"/>
            <a:ext cx="2926080" cy="1463040"/>
          </a:xfrm>
          <a:prstGeom prst="roundRect">
            <a:avLst>
              <a:gd name="adj" fmla="val 9375"/>
            </a:avLst>
          </a:prstGeom>
          <a:solidFill>
            <a:srgbClr val="2F6FED"/>
          </a:solidFill>
          <a:ln w="19050">
            <a:solidFill>
              <a:srgbClr val="2F6F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23774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slide.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AI platform library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presentation</dc:title>
  <dc:subject>PptxGenJS Presentation</dc:subject>
  <dc:creator>PptxGenJS</dc:creator>
  <cp:lastModifiedBy>PptxGenJS</cp:lastModifiedBy>
  <cp:revision>1</cp:revision>
  <dcterms:created xsi:type="dcterms:W3CDTF">2026-10-08T01:08:54Z</dcterms:created>
  <dcterms:modified xsi:type="dcterms:W3CDTF">2026-10-08T01:08:54Z</dcterms:modified>
</cp:coreProperties>
</file>